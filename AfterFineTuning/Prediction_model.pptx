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9144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4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30B13-51C2-4CF1-8BF2-C18A61CEE55D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350F8-C123-4EE3-93AD-7F2F14439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641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58368" rtl="0" eaLnBrk="1" latinLnBrk="0" hangingPunct="1">
      <a:defRPr sz="864" kern="1200">
        <a:solidFill>
          <a:schemeClr val="tx1"/>
        </a:solidFill>
        <a:latin typeface="+mn-lt"/>
        <a:ea typeface="+mn-ea"/>
        <a:cs typeface="+mn-cs"/>
      </a:defRPr>
    </a:lvl1pPr>
    <a:lvl2pPr marL="329184" algn="l" defTabSz="658368" rtl="0" eaLnBrk="1" latinLnBrk="0" hangingPunct="1">
      <a:defRPr sz="864" kern="1200">
        <a:solidFill>
          <a:schemeClr val="tx1"/>
        </a:solidFill>
        <a:latin typeface="+mn-lt"/>
        <a:ea typeface="+mn-ea"/>
        <a:cs typeface="+mn-cs"/>
      </a:defRPr>
    </a:lvl2pPr>
    <a:lvl3pPr marL="658368" algn="l" defTabSz="658368" rtl="0" eaLnBrk="1" latinLnBrk="0" hangingPunct="1">
      <a:defRPr sz="864" kern="1200">
        <a:solidFill>
          <a:schemeClr val="tx1"/>
        </a:solidFill>
        <a:latin typeface="+mn-lt"/>
        <a:ea typeface="+mn-ea"/>
        <a:cs typeface="+mn-cs"/>
      </a:defRPr>
    </a:lvl3pPr>
    <a:lvl4pPr marL="987552" algn="l" defTabSz="658368" rtl="0" eaLnBrk="1" latinLnBrk="0" hangingPunct="1">
      <a:defRPr sz="864" kern="1200">
        <a:solidFill>
          <a:schemeClr val="tx1"/>
        </a:solidFill>
        <a:latin typeface="+mn-lt"/>
        <a:ea typeface="+mn-ea"/>
        <a:cs typeface="+mn-cs"/>
      </a:defRPr>
    </a:lvl4pPr>
    <a:lvl5pPr marL="1316736" algn="l" defTabSz="658368" rtl="0" eaLnBrk="1" latinLnBrk="0" hangingPunct="1">
      <a:defRPr sz="864" kern="1200">
        <a:solidFill>
          <a:schemeClr val="tx1"/>
        </a:solidFill>
        <a:latin typeface="+mn-lt"/>
        <a:ea typeface="+mn-ea"/>
        <a:cs typeface="+mn-cs"/>
      </a:defRPr>
    </a:lvl5pPr>
    <a:lvl6pPr marL="1645920" algn="l" defTabSz="658368" rtl="0" eaLnBrk="1" latinLnBrk="0" hangingPunct="1">
      <a:defRPr sz="864" kern="1200">
        <a:solidFill>
          <a:schemeClr val="tx1"/>
        </a:solidFill>
        <a:latin typeface="+mn-lt"/>
        <a:ea typeface="+mn-ea"/>
        <a:cs typeface="+mn-cs"/>
      </a:defRPr>
    </a:lvl6pPr>
    <a:lvl7pPr marL="1975104" algn="l" defTabSz="658368" rtl="0" eaLnBrk="1" latinLnBrk="0" hangingPunct="1">
      <a:defRPr sz="864" kern="1200">
        <a:solidFill>
          <a:schemeClr val="tx1"/>
        </a:solidFill>
        <a:latin typeface="+mn-lt"/>
        <a:ea typeface="+mn-ea"/>
        <a:cs typeface="+mn-cs"/>
      </a:defRPr>
    </a:lvl7pPr>
    <a:lvl8pPr marL="2304288" algn="l" defTabSz="658368" rtl="0" eaLnBrk="1" latinLnBrk="0" hangingPunct="1">
      <a:defRPr sz="864" kern="1200">
        <a:solidFill>
          <a:schemeClr val="tx1"/>
        </a:solidFill>
        <a:latin typeface="+mn-lt"/>
        <a:ea typeface="+mn-ea"/>
        <a:cs typeface="+mn-cs"/>
      </a:defRPr>
    </a:lvl8pPr>
    <a:lvl9pPr marL="2633472" algn="l" defTabSz="658368" rtl="0" eaLnBrk="1" latinLnBrk="0" hangingPunct="1">
      <a:defRPr sz="86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1350F8-C123-4EE3-93AD-7F2F144394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3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748242"/>
            <a:ext cx="6858000" cy="1591733"/>
          </a:xfrm>
        </p:spPr>
        <p:txBody>
          <a:bodyPr anchor="b"/>
          <a:lstStyle>
            <a:lvl1pPr algn="ctr">
              <a:defRPr sz="40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401361"/>
            <a:ext cx="68580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23" indent="0" algn="ctr">
              <a:buNone/>
              <a:defRPr sz="1333"/>
            </a:lvl2pPr>
            <a:lvl3pPr marL="609645" indent="0" algn="ctr">
              <a:buNone/>
              <a:defRPr sz="1200"/>
            </a:lvl3pPr>
            <a:lvl4pPr marL="914469" indent="0" algn="ctr">
              <a:buNone/>
              <a:defRPr sz="1068"/>
            </a:lvl4pPr>
            <a:lvl5pPr marL="1219291" indent="0" algn="ctr">
              <a:buNone/>
              <a:defRPr sz="1068"/>
            </a:lvl5pPr>
            <a:lvl6pPr marL="1524114" indent="0" algn="ctr">
              <a:buNone/>
              <a:defRPr sz="1068"/>
            </a:lvl6pPr>
            <a:lvl7pPr marL="1828938" indent="0" algn="ctr">
              <a:buNone/>
              <a:defRPr sz="1068"/>
            </a:lvl7pPr>
            <a:lvl8pPr marL="2133761" indent="0" algn="ctr">
              <a:buNone/>
              <a:defRPr sz="1068"/>
            </a:lvl8pPr>
            <a:lvl9pPr marL="2438583" indent="0" algn="ctr">
              <a:buNone/>
              <a:defRPr sz="106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39B6-7699-4B48-B329-15DD75167E1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381D-D6F2-4809-A6A7-AFC6F24F7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63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39B6-7699-4B48-B329-15DD75167E1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381D-D6F2-4809-A6A7-AFC6F24F7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252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139830"/>
            <a:ext cx="7886700" cy="1901825"/>
          </a:xfrm>
        </p:spPr>
        <p:txBody>
          <a:bodyPr anchor="b"/>
          <a:lstStyle>
            <a:lvl1pPr>
              <a:defRPr sz="400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059646"/>
            <a:ext cx="788670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23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4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69" indent="0">
              <a:buNone/>
              <a:defRPr sz="1068">
                <a:solidFill>
                  <a:schemeClr val="tx1">
                    <a:tint val="82000"/>
                  </a:schemeClr>
                </a:solidFill>
              </a:defRPr>
            </a:lvl4pPr>
            <a:lvl5pPr marL="1219291" indent="0">
              <a:buNone/>
              <a:defRPr sz="1068">
                <a:solidFill>
                  <a:schemeClr val="tx1">
                    <a:tint val="82000"/>
                  </a:schemeClr>
                </a:solidFill>
              </a:defRPr>
            </a:lvl5pPr>
            <a:lvl6pPr marL="1524114" indent="0">
              <a:buNone/>
              <a:defRPr sz="1068">
                <a:solidFill>
                  <a:schemeClr val="tx1">
                    <a:tint val="82000"/>
                  </a:schemeClr>
                </a:solidFill>
              </a:defRPr>
            </a:lvl6pPr>
            <a:lvl7pPr marL="1828938" indent="0">
              <a:buNone/>
              <a:defRPr sz="1068">
                <a:solidFill>
                  <a:schemeClr val="tx1">
                    <a:tint val="82000"/>
                  </a:schemeClr>
                </a:solidFill>
              </a:defRPr>
            </a:lvl7pPr>
            <a:lvl8pPr marL="2133761" indent="0">
              <a:buNone/>
              <a:defRPr sz="1068">
                <a:solidFill>
                  <a:schemeClr val="tx1">
                    <a:tint val="82000"/>
                  </a:schemeClr>
                </a:solidFill>
              </a:defRPr>
            </a:lvl8pPr>
            <a:lvl9pPr marL="2438583" indent="0">
              <a:buNone/>
              <a:defRPr sz="106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39B6-7699-4B48-B329-15DD75167E1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381D-D6F2-4809-A6A7-AFC6F24F7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977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217082"/>
            <a:ext cx="3886200" cy="29008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217082"/>
            <a:ext cx="3886200" cy="29008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39B6-7699-4B48-B329-15DD75167E1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381D-D6F2-4809-A6A7-AFC6F24F7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661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43422"/>
            <a:ext cx="788670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120780"/>
            <a:ext cx="3868340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23" indent="0">
              <a:buNone/>
              <a:defRPr sz="1333" b="1"/>
            </a:lvl2pPr>
            <a:lvl3pPr marL="609645" indent="0">
              <a:buNone/>
              <a:defRPr sz="1200" b="1"/>
            </a:lvl3pPr>
            <a:lvl4pPr marL="914469" indent="0">
              <a:buNone/>
              <a:defRPr sz="1068" b="1"/>
            </a:lvl4pPr>
            <a:lvl5pPr marL="1219291" indent="0">
              <a:buNone/>
              <a:defRPr sz="1068" b="1"/>
            </a:lvl5pPr>
            <a:lvl6pPr marL="1524114" indent="0">
              <a:buNone/>
              <a:defRPr sz="1068" b="1"/>
            </a:lvl6pPr>
            <a:lvl7pPr marL="1828938" indent="0">
              <a:buNone/>
              <a:defRPr sz="1068" b="1"/>
            </a:lvl7pPr>
            <a:lvl8pPr marL="2133761" indent="0">
              <a:buNone/>
              <a:defRPr sz="1068" b="1"/>
            </a:lvl8pPr>
            <a:lvl9pPr marL="2438583" indent="0">
              <a:buNone/>
              <a:defRPr sz="10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670050"/>
            <a:ext cx="3868340" cy="24563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3" y="1120780"/>
            <a:ext cx="3887391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23" indent="0">
              <a:buNone/>
              <a:defRPr sz="1333" b="1"/>
            </a:lvl2pPr>
            <a:lvl3pPr marL="609645" indent="0">
              <a:buNone/>
              <a:defRPr sz="1200" b="1"/>
            </a:lvl3pPr>
            <a:lvl4pPr marL="914469" indent="0">
              <a:buNone/>
              <a:defRPr sz="1068" b="1"/>
            </a:lvl4pPr>
            <a:lvl5pPr marL="1219291" indent="0">
              <a:buNone/>
              <a:defRPr sz="1068" b="1"/>
            </a:lvl5pPr>
            <a:lvl6pPr marL="1524114" indent="0">
              <a:buNone/>
              <a:defRPr sz="1068" b="1"/>
            </a:lvl6pPr>
            <a:lvl7pPr marL="1828938" indent="0">
              <a:buNone/>
              <a:defRPr sz="1068" b="1"/>
            </a:lvl7pPr>
            <a:lvl8pPr marL="2133761" indent="0">
              <a:buNone/>
              <a:defRPr sz="1068" b="1"/>
            </a:lvl8pPr>
            <a:lvl9pPr marL="2438583" indent="0">
              <a:buNone/>
              <a:defRPr sz="10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3" y="1670050"/>
            <a:ext cx="3887391" cy="24563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39B6-7699-4B48-B329-15DD75167E1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381D-D6F2-4809-A6A7-AFC6F24F7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84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39B6-7699-4B48-B329-15DD75167E1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381D-D6F2-4809-A6A7-AFC6F24F7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389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39B6-7699-4B48-B329-15DD75167E1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381D-D6F2-4809-A6A7-AFC6F24F7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589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800"/>
            <a:ext cx="2949179" cy="1066800"/>
          </a:xfrm>
        </p:spPr>
        <p:txBody>
          <a:bodyPr anchor="b"/>
          <a:lstStyle>
            <a:lvl1pPr>
              <a:defRPr sz="21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658289"/>
            <a:ext cx="4629150" cy="3249083"/>
          </a:xfrm>
        </p:spPr>
        <p:txBody>
          <a:bodyPr/>
          <a:lstStyle>
            <a:lvl1pPr>
              <a:defRPr sz="2132"/>
            </a:lvl1pPr>
            <a:lvl2pPr>
              <a:defRPr sz="1868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71606"/>
            <a:ext cx="2949179" cy="2541059"/>
          </a:xfrm>
        </p:spPr>
        <p:txBody>
          <a:bodyPr/>
          <a:lstStyle>
            <a:lvl1pPr marL="0" indent="0">
              <a:buNone/>
              <a:defRPr sz="1068"/>
            </a:lvl1pPr>
            <a:lvl2pPr marL="304823" indent="0">
              <a:buNone/>
              <a:defRPr sz="932"/>
            </a:lvl2pPr>
            <a:lvl3pPr marL="609645" indent="0">
              <a:buNone/>
              <a:defRPr sz="800"/>
            </a:lvl3pPr>
            <a:lvl4pPr marL="914469" indent="0">
              <a:buNone/>
              <a:defRPr sz="668"/>
            </a:lvl4pPr>
            <a:lvl5pPr marL="1219291" indent="0">
              <a:buNone/>
              <a:defRPr sz="668"/>
            </a:lvl5pPr>
            <a:lvl6pPr marL="1524114" indent="0">
              <a:buNone/>
              <a:defRPr sz="668"/>
            </a:lvl6pPr>
            <a:lvl7pPr marL="1828938" indent="0">
              <a:buNone/>
              <a:defRPr sz="668"/>
            </a:lvl7pPr>
            <a:lvl8pPr marL="2133761" indent="0">
              <a:buNone/>
              <a:defRPr sz="668"/>
            </a:lvl8pPr>
            <a:lvl9pPr marL="2438583" indent="0">
              <a:buNone/>
              <a:defRPr sz="66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39B6-7699-4B48-B329-15DD75167E1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381D-D6F2-4809-A6A7-AFC6F24F7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515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800"/>
            <a:ext cx="2949179" cy="1066800"/>
          </a:xfrm>
        </p:spPr>
        <p:txBody>
          <a:bodyPr anchor="b"/>
          <a:lstStyle>
            <a:lvl1pPr>
              <a:defRPr sz="213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658289"/>
            <a:ext cx="4629150" cy="3249083"/>
          </a:xfrm>
        </p:spPr>
        <p:txBody>
          <a:bodyPr anchor="t"/>
          <a:lstStyle>
            <a:lvl1pPr marL="0" indent="0">
              <a:buNone/>
              <a:defRPr sz="2132"/>
            </a:lvl1pPr>
            <a:lvl2pPr marL="304823" indent="0">
              <a:buNone/>
              <a:defRPr sz="1868"/>
            </a:lvl2pPr>
            <a:lvl3pPr marL="609645" indent="0">
              <a:buNone/>
              <a:defRPr sz="1600"/>
            </a:lvl3pPr>
            <a:lvl4pPr marL="914469" indent="0">
              <a:buNone/>
              <a:defRPr sz="1333"/>
            </a:lvl4pPr>
            <a:lvl5pPr marL="1219291" indent="0">
              <a:buNone/>
              <a:defRPr sz="1333"/>
            </a:lvl5pPr>
            <a:lvl6pPr marL="1524114" indent="0">
              <a:buNone/>
              <a:defRPr sz="1333"/>
            </a:lvl6pPr>
            <a:lvl7pPr marL="1828938" indent="0">
              <a:buNone/>
              <a:defRPr sz="1333"/>
            </a:lvl7pPr>
            <a:lvl8pPr marL="2133761" indent="0">
              <a:buNone/>
              <a:defRPr sz="1333"/>
            </a:lvl8pPr>
            <a:lvl9pPr marL="2438583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371606"/>
            <a:ext cx="2949179" cy="2541059"/>
          </a:xfrm>
        </p:spPr>
        <p:txBody>
          <a:bodyPr/>
          <a:lstStyle>
            <a:lvl1pPr marL="0" indent="0">
              <a:buNone/>
              <a:defRPr sz="1068"/>
            </a:lvl1pPr>
            <a:lvl2pPr marL="304823" indent="0">
              <a:buNone/>
              <a:defRPr sz="932"/>
            </a:lvl2pPr>
            <a:lvl3pPr marL="609645" indent="0">
              <a:buNone/>
              <a:defRPr sz="800"/>
            </a:lvl3pPr>
            <a:lvl4pPr marL="914469" indent="0">
              <a:buNone/>
              <a:defRPr sz="668"/>
            </a:lvl4pPr>
            <a:lvl5pPr marL="1219291" indent="0">
              <a:buNone/>
              <a:defRPr sz="668"/>
            </a:lvl5pPr>
            <a:lvl6pPr marL="1524114" indent="0">
              <a:buNone/>
              <a:defRPr sz="668"/>
            </a:lvl6pPr>
            <a:lvl7pPr marL="1828938" indent="0">
              <a:buNone/>
              <a:defRPr sz="668"/>
            </a:lvl7pPr>
            <a:lvl8pPr marL="2133761" indent="0">
              <a:buNone/>
              <a:defRPr sz="668"/>
            </a:lvl8pPr>
            <a:lvl9pPr marL="2438583" indent="0">
              <a:buNone/>
              <a:defRPr sz="66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39B6-7699-4B48-B329-15DD75167E1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381D-D6F2-4809-A6A7-AFC6F24F7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051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39B6-7699-4B48-B329-15DD75167E1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381D-D6F2-4809-A6A7-AFC6F24F7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41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43422"/>
            <a:ext cx="1971675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243422"/>
            <a:ext cx="5800725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C39B6-7699-4B48-B329-15DD75167E1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78381D-D6F2-4809-A6A7-AFC6F24F7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492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43422"/>
            <a:ext cx="788670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17082"/>
            <a:ext cx="7886700" cy="2900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237571"/>
            <a:ext cx="2057400" cy="2434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EC39B6-7699-4B48-B329-15DD75167E10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237571"/>
            <a:ext cx="3086100" cy="2434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237571"/>
            <a:ext cx="2057400" cy="2434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78381D-D6F2-4809-A6A7-AFC6F24F71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818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9645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11" indent="-152411" algn="l" defTabSz="609645" rtl="0" eaLnBrk="1" latinLnBrk="0" hangingPunct="1">
        <a:lnSpc>
          <a:spcPct val="90000"/>
        </a:lnSpc>
        <a:spcBef>
          <a:spcPts val="668"/>
        </a:spcBef>
        <a:buFont typeface="Arial" panose="020B0604020202020204" pitchFamily="34" charset="0"/>
        <a:buChar char="•"/>
        <a:defRPr sz="1868" kern="1200">
          <a:solidFill>
            <a:schemeClr val="tx1"/>
          </a:solidFill>
          <a:latin typeface="+mn-lt"/>
          <a:ea typeface="+mn-ea"/>
          <a:cs typeface="+mn-cs"/>
        </a:defRPr>
      </a:lvl1pPr>
      <a:lvl2pPr marL="457235" indent="-152411" algn="l" defTabSz="609645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58" indent="-152411" algn="l" defTabSz="609645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80" indent="-152411" algn="l" defTabSz="609645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705" indent="-152411" algn="l" defTabSz="609645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526" indent="-152411" algn="l" defTabSz="609645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349" indent="-152411" algn="l" defTabSz="609645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73" indent="-152411" algn="l" defTabSz="609645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95" indent="-152411" algn="l" defTabSz="609645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4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23" algn="l" defTabSz="60964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45" algn="l" defTabSz="60964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69" algn="l" defTabSz="60964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91" algn="l" defTabSz="60964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114" algn="l" defTabSz="60964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938" algn="l" defTabSz="60964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61" algn="l" defTabSz="60964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83" algn="l" defTabSz="609645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4425B8B-32A7-A7AC-1BE6-1C1F081AA0DB}"/>
              </a:ext>
            </a:extLst>
          </p:cNvPr>
          <p:cNvSpPr/>
          <p:nvPr/>
        </p:nvSpPr>
        <p:spPr>
          <a:xfrm>
            <a:off x="337024" y="231784"/>
            <a:ext cx="1700174" cy="62926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Monomer 1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4B7C730-F880-317A-ECB7-D9F842040B6B}"/>
              </a:ext>
            </a:extLst>
          </p:cNvPr>
          <p:cNvSpPr/>
          <p:nvPr/>
        </p:nvSpPr>
        <p:spPr>
          <a:xfrm>
            <a:off x="344363" y="934185"/>
            <a:ext cx="1692230" cy="629264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Monomer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CC4DFA-CC8D-483F-8BDF-1814A897F818}"/>
              </a:ext>
            </a:extLst>
          </p:cNvPr>
          <p:cNvSpPr/>
          <p:nvPr/>
        </p:nvSpPr>
        <p:spPr>
          <a:xfrm>
            <a:off x="2394631" y="408489"/>
            <a:ext cx="1427144" cy="1051391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Morgan FP,</a:t>
            </a:r>
          </a:p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MolWt</a:t>
            </a:r>
            <a:r>
              <a:rPr lang="en-US" sz="1600" b="1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LogP</a:t>
            </a:r>
            <a:r>
              <a:rPr lang="en-US" sz="1600" b="1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TPSA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BC7F2F-845F-E514-88DB-A042822FAC49}"/>
              </a:ext>
            </a:extLst>
          </p:cNvPr>
          <p:cNvSpPr/>
          <p:nvPr/>
        </p:nvSpPr>
        <p:spPr>
          <a:xfrm>
            <a:off x="4133181" y="546416"/>
            <a:ext cx="1674995" cy="77553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Combined Features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05136E-B44B-B828-DAAF-A3E266F05E8C}"/>
              </a:ext>
            </a:extLst>
          </p:cNvPr>
          <p:cNvSpPr/>
          <p:nvPr/>
        </p:nvSpPr>
        <p:spPr>
          <a:xfrm>
            <a:off x="6211635" y="408488"/>
            <a:ext cx="1862695" cy="44494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Combined Features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D5E32B-3106-15AD-297E-0B85BBD38DA3}"/>
              </a:ext>
            </a:extLst>
          </p:cNvPr>
          <p:cNvSpPr/>
          <p:nvPr/>
        </p:nvSpPr>
        <p:spPr>
          <a:xfrm>
            <a:off x="6211630" y="989027"/>
            <a:ext cx="1862695" cy="44495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Target Label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461315-8038-089A-4C44-3A065D13E057}"/>
              </a:ext>
            </a:extLst>
          </p:cNvPr>
          <p:cNvSpPr/>
          <p:nvPr/>
        </p:nvSpPr>
        <p:spPr>
          <a:xfrm>
            <a:off x="6155611" y="1865746"/>
            <a:ext cx="2129768" cy="9778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Linear,</a:t>
            </a:r>
          </a:p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BatchNormalization</a:t>
            </a:r>
            <a:r>
              <a:rPr lang="en-US" sz="1600" b="1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ReLU</a:t>
            </a:r>
            <a:r>
              <a:rPr lang="en-US" sz="1600" b="1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Dropout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386ABFF-C7D8-E04B-3EE3-B1B1C59E63BB}"/>
              </a:ext>
            </a:extLst>
          </p:cNvPr>
          <p:cNvSpPr/>
          <p:nvPr/>
        </p:nvSpPr>
        <p:spPr>
          <a:xfrm>
            <a:off x="2499153" y="2737960"/>
            <a:ext cx="1585949" cy="688734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Predicted Values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E37B56-14F5-1BC2-01D6-823BF48DD8E3}"/>
              </a:ext>
            </a:extLst>
          </p:cNvPr>
          <p:cNvSpPr/>
          <p:nvPr/>
        </p:nvSpPr>
        <p:spPr>
          <a:xfrm>
            <a:off x="4602579" y="2840794"/>
            <a:ext cx="882560" cy="48306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Linear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60FA59-859A-01FB-CC01-CB2DE23A4C51}"/>
              </a:ext>
            </a:extLst>
          </p:cNvPr>
          <p:cNvSpPr/>
          <p:nvPr/>
        </p:nvSpPr>
        <p:spPr>
          <a:xfrm>
            <a:off x="6155611" y="3291052"/>
            <a:ext cx="2129768" cy="97781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</a:rPr>
              <a:t>Linear,</a:t>
            </a:r>
          </a:p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BatchNormalization</a:t>
            </a:r>
            <a:r>
              <a:rPr lang="en-US" sz="1600" b="1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en-US" sz="1600" b="1" dirty="0" err="1">
                <a:solidFill>
                  <a:schemeClr val="tx1"/>
                </a:solidFill>
              </a:rPr>
              <a:t>ReLU</a:t>
            </a:r>
            <a:r>
              <a:rPr lang="en-US" sz="1600" b="1" dirty="0">
                <a:solidFill>
                  <a:schemeClr val="tx1"/>
                </a:solidFill>
              </a:rPr>
              <a:t>,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</a:rPr>
              <a:t>Dropout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A2DBA8-8B36-6BEE-31C4-049176AF3A4B}"/>
              </a:ext>
            </a:extLst>
          </p:cNvPr>
          <p:cNvSpPr txBox="1"/>
          <p:nvPr/>
        </p:nvSpPr>
        <p:spPr>
          <a:xfrm>
            <a:off x="6947490" y="2761682"/>
            <a:ext cx="22613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/>
              <a:t>.</a:t>
            </a:r>
          </a:p>
          <a:p>
            <a:r>
              <a:rPr lang="en-US" sz="1000" b="1" dirty="0"/>
              <a:t>.</a:t>
            </a:r>
          </a:p>
          <a:p>
            <a:r>
              <a:rPr lang="en-US" sz="1000" b="1" dirty="0"/>
              <a:t>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5CC182-916F-F1DC-7AA4-6E03F699CE3B}"/>
              </a:ext>
            </a:extLst>
          </p:cNvPr>
          <p:cNvSpPr/>
          <p:nvPr/>
        </p:nvSpPr>
        <p:spPr>
          <a:xfrm>
            <a:off x="6119582" y="236872"/>
            <a:ext cx="2077141" cy="1394624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FB4B2C-5EB1-8351-6745-6471A1FCCC59}"/>
              </a:ext>
            </a:extLst>
          </p:cNvPr>
          <p:cNvSpPr/>
          <p:nvPr/>
        </p:nvSpPr>
        <p:spPr>
          <a:xfrm>
            <a:off x="6002616" y="1803112"/>
            <a:ext cx="2416629" cy="255843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991A5481-DA6F-4EFF-CE82-3142BCCE5462}"/>
              </a:ext>
            </a:extLst>
          </p:cNvPr>
          <p:cNvCxnSpPr>
            <a:stCxn id="2" idx="3"/>
            <a:endCxn id="5" idx="1"/>
          </p:cNvCxnSpPr>
          <p:nvPr/>
        </p:nvCxnSpPr>
        <p:spPr>
          <a:xfrm>
            <a:off x="2037198" y="546417"/>
            <a:ext cx="357433" cy="387768"/>
          </a:xfrm>
          <a:prstGeom prst="bentConnector3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9595DF67-F968-3C66-149C-A5870E3612DE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2036593" y="934185"/>
            <a:ext cx="358038" cy="314632"/>
          </a:xfrm>
          <a:prstGeom prst="bentConnector3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F390EB1E-0D33-B4A5-0B36-35DBD0733FDB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3821775" y="934185"/>
            <a:ext cx="311406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25491C5-CC70-F565-80A9-19EE6DD4BCC3}"/>
              </a:ext>
            </a:extLst>
          </p:cNvPr>
          <p:cNvCxnSpPr>
            <a:stCxn id="7" idx="3"/>
            <a:endCxn id="22" idx="1"/>
          </p:cNvCxnSpPr>
          <p:nvPr/>
        </p:nvCxnSpPr>
        <p:spPr>
          <a:xfrm flipV="1">
            <a:off x="5808176" y="934184"/>
            <a:ext cx="311406" cy="1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6950C9F5-18BE-39E0-4D99-83DE557E3373}"/>
              </a:ext>
            </a:extLst>
          </p:cNvPr>
          <p:cNvCxnSpPr>
            <a:stCxn id="22" idx="3"/>
            <a:endCxn id="23" idx="3"/>
          </p:cNvCxnSpPr>
          <p:nvPr/>
        </p:nvCxnSpPr>
        <p:spPr>
          <a:xfrm>
            <a:off x="8196723" y="934184"/>
            <a:ext cx="222522" cy="2148144"/>
          </a:xfrm>
          <a:prstGeom prst="bentConnector3">
            <a:avLst>
              <a:gd name="adj1" fmla="val 202731"/>
            </a:avLst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849CA24-3868-6AFC-2711-BC0EC827FE27}"/>
              </a:ext>
            </a:extLst>
          </p:cNvPr>
          <p:cNvCxnSpPr>
            <a:stCxn id="23" idx="1"/>
            <a:endCxn id="15" idx="3"/>
          </p:cNvCxnSpPr>
          <p:nvPr/>
        </p:nvCxnSpPr>
        <p:spPr>
          <a:xfrm flipH="1" flipV="1">
            <a:off x="5485139" y="3082327"/>
            <a:ext cx="517477" cy="1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DC48682-3C15-AAD8-75A1-05219A166123}"/>
              </a:ext>
            </a:extLst>
          </p:cNvPr>
          <p:cNvCxnSpPr>
            <a:stCxn id="15" idx="1"/>
            <a:endCxn id="14" idx="3"/>
          </p:cNvCxnSpPr>
          <p:nvPr/>
        </p:nvCxnSpPr>
        <p:spPr>
          <a:xfrm flipH="1">
            <a:off x="4085102" y="3082327"/>
            <a:ext cx="517477" cy="0"/>
          </a:xfrm>
          <a:prstGeom prst="straightConnector1">
            <a:avLst/>
          </a:prstGeom>
          <a:ln w="254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3CA5C4B-FBDF-A0C5-CA0E-EFA7F2CDCC65}"/>
              </a:ext>
            </a:extLst>
          </p:cNvPr>
          <p:cNvSpPr txBox="1"/>
          <p:nvPr/>
        </p:nvSpPr>
        <p:spPr>
          <a:xfrm>
            <a:off x="716526" y="1592477"/>
            <a:ext cx="84908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Input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6AE12D9-F8B4-5447-0453-6F30CF584AD0}"/>
              </a:ext>
            </a:extLst>
          </p:cNvPr>
          <p:cNvSpPr txBox="1"/>
          <p:nvPr/>
        </p:nvSpPr>
        <p:spPr>
          <a:xfrm>
            <a:off x="2435413" y="1459880"/>
            <a:ext cx="10767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Feature Extraction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1594763-92E5-CAE4-9BDA-B25C72BEE730}"/>
              </a:ext>
            </a:extLst>
          </p:cNvPr>
          <p:cNvSpPr txBox="1"/>
          <p:nvPr/>
        </p:nvSpPr>
        <p:spPr>
          <a:xfrm>
            <a:off x="6307310" y="-60301"/>
            <a:ext cx="211193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Training Data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4800AA-5636-AB35-7B56-D228D40B6422}"/>
              </a:ext>
            </a:extLst>
          </p:cNvPr>
          <p:cNvSpPr txBox="1"/>
          <p:nvPr/>
        </p:nvSpPr>
        <p:spPr>
          <a:xfrm>
            <a:off x="6555671" y="4316011"/>
            <a:ext cx="211193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/>
              <a:t>Hidden Layers</a:t>
            </a:r>
            <a:endParaRPr lang="en-US" sz="1500" b="1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D4A5EE-5CFA-F1A5-72DD-BDEA54E2D5D7}"/>
              </a:ext>
            </a:extLst>
          </p:cNvPr>
          <p:cNvSpPr txBox="1"/>
          <p:nvPr/>
        </p:nvSpPr>
        <p:spPr>
          <a:xfrm>
            <a:off x="4479685" y="3353144"/>
            <a:ext cx="11283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Final Layer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4679FE5-B881-AA54-B20D-25C01D8B398F}"/>
              </a:ext>
            </a:extLst>
          </p:cNvPr>
          <p:cNvSpPr txBox="1"/>
          <p:nvPr/>
        </p:nvSpPr>
        <p:spPr>
          <a:xfrm>
            <a:off x="2710663" y="3426694"/>
            <a:ext cx="11283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553115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</TotalTime>
  <Words>49</Words>
  <Application>Microsoft Office PowerPoint</Application>
  <PresentationFormat>Custom</PresentationFormat>
  <Paragraphs>29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Borun Das</dc:creator>
  <cp:lastModifiedBy>Borun Das</cp:lastModifiedBy>
  <cp:revision>4</cp:revision>
  <dcterms:created xsi:type="dcterms:W3CDTF">2025-09-17T15:23:15Z</dcterms:created>
  <dcterms:modified xsi:type="dcterms:W3CDTF">2025-09-18T16:03:13Z</dcterms:modified>
</cp:coreProperties>
</file>